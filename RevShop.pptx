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8" r:id="rId8"/>
    <p:sldId id="267" r:id="rId9"/>
    <p:sldId id="262" r:id="rId10"/>
    <p:sldId id="263" r:id="rId11"/>
    <p:sldId id="266" r:id="rId12"/>
    <p:sldId id="264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8" d="100"/>
          <a:sy n="58" d="100"/>
        </p:scale>
        <p:origin x="152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83943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793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2503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122742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233144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81206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963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8849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37284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61202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24687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60231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08333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48305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59279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046093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8493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05812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t>RevShop – Console Based E‑Commerce Application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Java | JDBC | Oracle</a:t>
            </a:r>
            <a:r>
              <a:rPr lang="en-US" dirty="0"/>
              <a:t> </a:t>
            </a:r>
            <a:r>
              <a:rPr dirty="0"/>
              <a:t>| Log4j | </a:t>
            </a:r>
            <a:r>
              <a:rPr dirty="0" err="1"/>
              <a:t>JUnit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Project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RevShop is a secure console-based e-commerce application.</a:t>
            </a:r>
          </a:p>
          <a:p>
            <a:r>
              <a:t>Supports Buyer and Seller roles.</a:t>
            </a:r>
          </a:p>
          <a:p>
            <a:r>
              <a:t>Buyers can browse products, manage cart, place orders and review products.</a:t>
            </a:r>
          </a:p>
          <a:p>
            <a:r>
              <a:t>Sellers can manage products, inventory, orders and reviews.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Technology Stack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Java (Core Java)</a:t>
            </a:r>
          </a:p>
          <a:p>
            <a:r>
              <a:t>• JDBC</a:t>
            </a:r>
          </a:p>
          <a:p>
            <a:r>
              <a:t>• Oracle Database</a:t>
            </a:r>
          </a:p>
          <a:p>
            <a:r>
              <a:t>• Maven</a:t>
            </a:r>
          </a:p>
          <a:p>
            <a:r>
              <a:t>• Log4j for logging</a:t>
            </a:r>
          </a:p>
          <a:p>
            <a:r>
              <a:t>• JUnit for testing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Buyer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Register &amp; Login</a:t>
            </a:r>
          </a:p>
          <a:p>
            <a:r>
              <a:t>• Browse and search products</a:t>
            </a:r>
          </a:p>
          <a:p>
            <a:r>
              <a:t>• View product details &amp; reviews</a:t>
            </a:r>
          </a:p>
          <a:p>
            <a:r>
              <a:t>• Add/Remove cart items</a:t>
            </a:r>
          </a:p>
          <a:p>
            <a:r>
              <a:t>• Checkout (payment simulated)</a:t>
            </a:r>
          </a:p>
          <a:p>
            <a:r>
              <a:t>• View orders</a:t>
            </a:r>
          </a:p>
          <a:p>
            <a:r>
              <a:t>• Add reviews &amp; favorites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Seller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Register &amp; Login</a:t>
            </a:r>
          </a:p>
          <a:p>
            <a:r>
              <a:t>• Add / Update / Delete products</a:t>
            </a:r>
          </a:p>
          <a:p>
            <a:r>
              <a:t>• Manage inventory &amp; stock alerts</a:t>
            </a:r>
          </a:p>
          <a:p>
            <a:r>
              <a:t>• View orders</a:t>
            </a:r>
          </a:p>
          <a:p>
            <a:r>
              <a:t>• View customer reviews</a:t>
            </a:r>
          </a:p>
          <a:p>
            <a:r>
              <a:t>• Receive notifications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Application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Layered Architecture:</a:t>
            </a:r>
          </a:p>
          <a:p>
            <a:r>
              <a:rPr dirty="0"/>
              <a:t>• Presentation Layer – Console UI</a:t>
            </a:r>
          </a:p>
          <a:p>
            <a:r>
              <a:rPr dirty="0"/>
              <a:t>• Service Layer – Business Logic</a:t>
            </a:r>
          </a:p>
          <a:p>
            <a:r>
              <a:rPr dirty="0"/>
              <a:t>• Model Layer – Domain Objects</a:t>
            </a:r>
          </a:p>
          <a:p>
            <a:r>
              <a:rPr dirty="0"/>
              <a:t>• DAO Layer – Database Access</a:t>
            </a:r>
          </a:p>
          <a:p>
            <a:r>
              <a:rPr dirty="0"/>
              <a:t>• Utility Layer – DB Connection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344F53-42A1-41B4-0D0E-3E18F600F4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346" y="241279"/>
            <a:ext cx="7765322" cy="970450"/>
          </a:xfrm>
        </p:spPr>
        <p:txBody>
          <a:bodyPr/>
          <a:lstStyle/>
          <a:p>
            <a:r>
              <a:rPr lang="en-US" dirty="0"/>
              <a:t>ER Diagram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6928350-0092-63D5-F6A0-3793F2139AA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568" y="1559003"/>
            <a:ext cx="7205031" cy="5057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36074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6152" y="82296"/>
            <a:ext cx="6858000" cy="6620256"/>
          </a:xfrm>
        </p:spPr>
      </p:pic>
    </p:spTree>
    <p:extLst>
      <p:ext uri="{BB962C8B-B14F-4D97-AF65-F5344CB8AC3E}">
        <p14:creationId xmlns:p14="http://schemas.microsoft.com/office/powerpoint/2010/main" val="37713753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Database Design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Main Tables:</a:t>
            </a:r>
          </a:p>
          <a:p>
            <a:r>
              <a:rPr dirty="0"/>
              <a:t> Users</a:t>
            </a:r>
          </a:p>
          <a:p>
            <a:r>
              <a:rPr dirty="0"/>
              <a:t> Products</a:t>
            </a:r>
          </a:p>
          <a:p>
            <a:r>
              <a:rPr dirty="0"/>
              <a:t> Orders &amp; Order Items</a:t>
            </a:r>
          </a:p>
          <a:p>
            <a:r>
              <a:rPr lang="en-US" dirty="0"/>
              <a:t> </a:t>
            </a:r>
            <a:r>
              <a:rPr dirty="0"/>
              <a:t>Cart Items</a:t>
            </a:r>
          </a:p>
          <a:p>
            <a:r>
              <a:rPr dirty="0"/>
              <a:t> Inventory</a:t>
            </a:r>
          </a:p>
          <a:p>
            <a:r>
              <a:rPr dirty="0"/>
              <a:t> Reviews</a:t>
            </a:r>
            <a:endParaRPr lang="en-US" dirty="0"/>
          </a:p>
          <a:p>
            <a:r>
              <a:rPr dirty="0"/>
              <a:t> </a:t>
            </a:r>
            <a:r>
              <a:rPr lang="en-US" dirty="0"/>
              <a:t>Wishlist</a:t>
            </a:r>
            <a:endParaRPr dirty="0"/>
          </a:p>
          <a:p>
            <a:r>
              <a:rPr lang="en-US" dirty="0"/>
              <a:t> </a:t>
            </a:r>
            <a:r>
              <a:rPr dirty="0"/>
              <a:t>Notifications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Logging &amp; Testing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Log4j used for application logging</a:t>
            </a:r>
          </a:p>
          <a:p>
            <a:r>
              <a:t>• Logs stored in revshop.log</a:t>
            </a:r>
          </a:p>
          <a:p>
            <a:r>
              <a:t>• JUnit tests for core functionalities</a:t>
            </a:r>
          </a:p>
          <a:p>
            <a:r>
              <a:t>• Ensures reliability and correctness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t>- Convert console app to Web application (Spring Boot)</a:t>
            </a:r>
          </a:p>
          <a:p>
            <a:r>
              <a:t>- REST APIs &amp; Microservices architecture</a:t>
            </a:r>
          </a:p>
          <a:p>
            <a:r>
              <a:t>- Real payment gateway integration</a:t>
            </a:r>
          </a:p>
          <a:p>
            <a:r>
              <a:t>- Address persistence &amp; delivery tracking</a:t>
            </a:r>
          </a:p>
          <a:p>
            <a:r>
              <a:t>- Admin dashboard</a:t>
            </a:r>
          </a:p>
          <a:p>
            <a:r>
              <a:t>- Cloud deployment (AWS/Azure)</a:t>
            </a:r>
          </a:p>
          <a:p>
            <a:r>
              <a:t>- Security enhancements (JWT, OAuth)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• Fully functional console e-commerce system</a:t>
            </a:r>
          </a:p>
          <a:p>
            <a:r>
              <a:t>• Modular &amp; scalable architecture</a:t>
            </a:r>
          </a:p>
          <a:p>
            <a:r>
              <a:t>• Easy to extend to web/microservices</a:t>
            </a:r>
          </a:p>
          <a:p>
            <a:r>
              <a:t>• Meets all project specifications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85</TotalTime>
  <Words>310</Words>
  <Application>Microsoft Office PowerPoint</Application>
  <PresentationFormat>On-screen Show (4:3)</PresentationFormat>
  <Paragraphs>65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Calisto MT</vt:lpstr>
      <vt:lpstr>Wingdings 2</vt:lpstr>
      <vt:lpstr>Slate</vt:lpstr>
      <vt:lpstr>RevShop – Console Based E‑Commerce Application</vt:lpstr>
      <vt:lpstr>Project Overview</vt:lpstr>
      <vt:lpstr>Technology Stack</vt:lpstr>
      <vt:lpstr>Buyer Features</vt:lpstr>
      <vt:lpstr>Seller Features</vt:lpstr>
      <vt:lpstr>Application Architecture</vt:lpstr>
      <vt:lpstr>ER Diagram</vt:lpstr>
      <vt:lpstr>PowerPoint Presentation</vt:lpstr>
      <vt:lpstr>Database Design </vt:lpstr>
      <vt:lpstr>Logging &amp; Testing</vt:lpstr>
      <vt:lpstr>Future Enhancements</vt:lpstr>
      <vt:lpstr>Conclusion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RevShop – Console Based E‑Commerce Application</dc:title>
  <dc:subject/>
  <dc:creator/>
  <cp:keywords/>
  <dc:description>generated using python-pptx</dc:description>
  <cp:lastModifiedBy>HEMANTH KEERTHI</cp:lastModifiedBy>
  <cp:revision>6</cp:revision>
  <dcterms:created xsi:type="dcterms:W3CDTF">2013-01-27T09:14:16Z</dcterms:created>
  <dcterms:modified xsi:type="dcterms:W3CDTF">2026-02-11T05:55:15Z</dcterms:modified>
  <cp:category/>
</cp:coreProperties>
</file>